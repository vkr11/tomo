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743d852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743d852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743d852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743d852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 Interview Style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Lyft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as FB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1st round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Product sense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Execution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2nd round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Product sense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Execution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Leadership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they got in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Thru referal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Walmart labs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