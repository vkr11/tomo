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1fb528da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1fb528da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51fb528da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51fb528da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51fb528d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51fb528d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g.lyft.com/what-to-expect-when-interviewing-as-a-pm-at-lyft-fd13634ca381" TargetMode="External"/><Relationship Id="rId4" Type="http://schemas.openxmlformats.org/officeDocument/2006/relationships/hyperlink" Target="https://www.ftc.gov/system/files/documents/public_comments/2015/05/01715-96144.pdf" TargetMode="External"/><Relationship Id="rId5" Type="http://schemas.openxmlformats.org/officeDocument/2006/relationships/hyperlink" Target="https://www.sec.gov/Archives/edgar/data/1759509/000119312519059849/d633517ds1.htm" TargetMode="External"/><Relationship Id="rId6" Type="http://schemas.openxmlformats.org/officeDocument/2006/relationships/hyperlink" Target="https://www.wbur.org/hereandnow/2016/04/12/lyft-co-founder-john-zimmer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Lyft prep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950" y="535025"/>
            <a:ext cx="811530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https://eng.lyft.com/what-to-expect-when-interviewing-as-a-pm-at-lyft-fd13634ca381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https://www.ftc.gov/system/files/documents/public_comments/2015/05/01715-96144.pdf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https://www.sec.gov/Archives/edgar/data/1759509/000119312519059849/d633517ds1.htm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https://www.wbur.org/hereandnow/2016/04/12/lyft-co-founder-john-zimmer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values</a:t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800" y="1017725"/>
            <a:ext cx="762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