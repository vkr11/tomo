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5a26593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5a26593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Victor Stories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Prepare for success - we did not design for success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Did not expect the product to succeed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Learning - plan for success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Strong opinion is good but follow the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Gut said good to have relevant searches - but latency mattered more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Be adjustable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 adjusted my style of working based on engineering manager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Go where the puck is going	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Started to look at trends and move to that - </a:t>
            </a:r>
            <a:r>
              <a:rPr lang="en"/>
              <a:t>cognitive</a:t>
            </a:r>
            <a:r>
              <a:rPr lang="en"/>
              <a:t>/AI, initially people questioned that but later it became questionable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