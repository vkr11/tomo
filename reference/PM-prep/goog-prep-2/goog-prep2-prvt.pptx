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76207b7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76207b7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 prep private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0" t="12103"/>
          <a:stretch/>
        </p:blipFill>
        <p:spPr>
          <a:xfrm>
            <a:off x="152400" y="738050"/>
            <a:ext cx="8479652" cy="425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