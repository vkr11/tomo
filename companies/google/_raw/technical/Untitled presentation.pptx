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406ae26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406ae26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406ae261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406ae261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prep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Different ways to storing data on your computer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Operation on </a:t>
            </a:r>
            <a:r>
              <a:rPr lang="en"/>
              <a:t>different</a:t>
            </a:r>
            <a:r>
              <a:rPr lang="en"/>
              <a:t> data structures + instructions for executing on them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